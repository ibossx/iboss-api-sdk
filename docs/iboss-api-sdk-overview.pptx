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SDK is a clone-and-go repository: a typed API client, a workflow framework, a CLI, and an optional web UI, plus documentation designed so AI coding tools can build workflows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iboss platform is fully API-driven, but it's distributed — different capabilities live on different nodes, each with its own session state. The SDK absorbs all of that plumbing.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share one engine — a workflow written once runs identically from the CLI and appears automatically in the UI. Pick your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request must go to the right host with that host's own cookies and XSRF token. The SDK routes automatically; you just call methods. Gateway/reporter hostnames are never hardcoded — client.connect() discovers them per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401 with an API key is terminal — wrong, expired, revoked, or wrong cloud domain. Rotation returns the new key exactly once; store it immediately. Password auth exists as an alternative with 4-hour session tokens and auto-refresh.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 test is the smoke test: it proves the key works and prints the discovered gateway/reporter hosts and the key's expiry date. TypeScript runs directly via tsx — nothing to 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call auto-connects if needed. raw() names the host tier explicitly and still gets auth, cookies, XSRF, and retries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area has a matching markdown doc in docs/api/ with endpoint tables and gotchas. Anything unwrapped is one client.raw() call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area has a matching markdown doc in docs/api/ with endpoint tables and gotchas. Anything unwrapped is one client.raw() call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encoded in both the code and docs/api/errors-and-gotchas.md. Typed errors make failures diagnosable: IbossAuthError, IbossXsrfError, IbossSubscriptionError (422 = module not subscribed — check account.subscriptionFlags).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zod inputs schema is the single source of truth: it validates input, generates CLI flag coercion, and generates the UI form. .describe() text becomes help text and form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example workflows ship as templates: hello-account (connectivity), block-domains (idempotent create-if-missing pattern), audit-key-expiry (multi-account fan-out).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API key can manage multiple accounts. Each account gets an isolated session (separate cookie jars — no cross-tenant leakage), and per-account failures are collected instead of aborting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UI is a thin shell over the same workflow engine the CLI uses — zero workflow logic lives in it. Teams that don't want it never have to touch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capability: the SDK is structured documentation-first so AI tools generate correct code — including the platform gotchas a human would trip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error carries method, URL, status, and a response snippet. Check account.subscriptionFlags before configuring subscription-gated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audit-key-expiry workflow makes credential hygiene a scheduled job rather than a wiki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Gaps are expected and cheap — raw() covers you immediately, and promoting a call to a typed method is a documented, testable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first exercise for the audience: run auth test, then modify block-domains to target a test layer in a lab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389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IBOSS ZERO TRUST SSE  ·  DEVELOPER SDK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21208" y="181051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iboss API SDK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8163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integrations and workflows on the iboss Zero Trust SSE platform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334670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 ·   API-key auth   ·   CLI   ·   Web UI   ·   AI-native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96047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48625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F31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01203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3781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06359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F31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8937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11515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4093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F31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6671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69249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21827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F31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689190" y="4809744"/>
            <a:ext cx="493776" cy="402336"/>
          </a:xfrm>
          <a:prstGeom prst="roundRect">
            <a:avLst>
              <a:gd name="adj" fmla="val 13636"/>
            </a:avLst>
          </a:prstGeom>
          <a:solidFill>
            <a:srgbClr val="071E42"/>
          </a:solidFill>
          <a:ln w="15875">
            <a:solidFill>
              <a:srgbClr val="4460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74405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26983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79561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F31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32139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847174" y="4864608"/>
            <a:ext cx="384048" cy="292608"/>
          </a:xfrm>
          <a:prstGeom prst="roundRect">
            <a:avLst>
              <a:gd name="adj" fmla="val 14063"/>
            </a:avLst>
          </a:prstGeom>
          <a:solidFill>
            <a:srgbClr val="0D2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0" y="550468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typed client, every node, and workflows that ship themselves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SDK exists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298448"/>
            <a:ext cx="11091672" cy="4956048"/>
          </a:xfrm>
          <a:prstGeom prst="roundRect">
            <a:avLst>
              <a:gd name="adj" fmla="val 1476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1627632"/>
            <a:ext cx="502920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16152" y="18836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SDK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16152" y="2432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45336" y="2432304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REST calls against a </a:t>
            </a:r>
            <a:r>
              <a:rPr lang="en-US" sz="13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multi-host API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16152" y="33284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45336" y="3328416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cookie + XSRF session handling </a:t>
            </a:r>
            <a:r>
              <a:rPr lang="en-US" sz="1300" i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16152" y="42245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545336" y="4224528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gotchas — two-step policy creation, required magic params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104949" y="5349240"/>
            <a:ext cx="2556662" cy="347472"/>
          </a:xfrm>
          <a:prstGeom prst="roundRect">
            <a:avLst>
              <a:gd name="adj" fmla="val 50000"/>
            </a:avLst>
          </a:prstGeom>
          <a:solidFill>
            <a:srgbClr val="FBEBEB"/>
          </a:solidFill>
          <a:ln w="12700">
            <a:solidFill>
              <a:srgbClr val="E1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104949" y="5349240"/>
            <a:ext cx="2556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plumbing, per host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91072" y="1627632"/>
            <a:ext cx="502920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38544" y="18836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SDK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38544" y="2432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67728" y="2432304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typed client: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client.policies.createLayer(...)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38544" y="33284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67728" y="3328416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host discovery, sessions, retries — </a:t>
            </a:r>
            <a:r>
              <a:rPr lang="en-US" sz="13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automatically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38544" y="42245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67728" y="4224528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gotchas encoded in the library and its docs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564831" y="5349240"/>
            <a:ext cx="2481682" cy="347472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 w="12700">
            <a:solidFill>
              <a:srgbClr val="2EA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564831" y="5349240"/>
            <a:ext cx="24816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plumbing handled for you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consume it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602736" cy="3794760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020824" y="1755648"/>
            <a:ext cx="658368" cy="658368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assets/icons2/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665" y="1900489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6060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31520" y="303580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IbossClient }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"@iboss/sdk"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96112" y="3703320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typed client in your own code, services, or AI agents.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439412" y="1371600"/>
            <a:ext cx="3602736" cy="3794760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911596" y="1755648"/>
            <a:ext cx="658368" cy="658368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assets/icons2/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437" y="1900489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22292" y="26060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622292" y="303580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run &lt;workflow&gt;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786884" y="3703320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automation — scripts, cron, CI pipelines.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330184" y="1371600"/>
            <a:ext cx="3602736" cy="3794760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802368" y="1755648"/>
            <a:ext cx="658368" cy="658368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assets/icons2/lay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209" y="1900489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13064" y="26060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 ·  optional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513064" y="303580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ui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77656" y="3703320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cards with generated forms, live output, API-key profile management.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0468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assets/icons2/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7150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89888" y="550468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and CLI never require the UI. 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underneath — a workflow written once runs identically from the CLI and appears automatically in the UI.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the SDK handles for you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935224"/>
            <a:ext cx="21031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48640" y="28529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8F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SDK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3127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IbossClient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493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client.connect()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4700016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Hostnames are never hardcoded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discovers gateway &amp; reporter nodes per account.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0" y="1371600"/>
            <a:ext cx="7525512" cy="108813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52544" y="1691640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assets/icons2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79222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92624" y="151790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base host</a:t>
            </a:r>
            <a:r>
              <a:rPr lang="en-US" sz="10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api.ibosscloud.com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92624" y="188366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/ibcloud/web/...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accounts, groups, locations, resources, preferences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14800" y="2587752"/>
            <a:ext cx="7525512" cy="108813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352544" y="2907792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/home/claude/assets/icons2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00837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92624" y="273405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node</a:t>
            </a:r>
            <a:r>
              <a:rPr lang="en-US" sz="10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discovered per account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992624" y="309981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/json/...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policies, firewall, DLP, SSL, ZTNA, users &amp; devices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114800" y="3803904"/>
            <a:ext cx="7525512" cy="108813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352544" y="4123944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assets/icons2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422452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92624" y="395020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node</a:t>
            </a:r>
            <a:r>
              <a:rPr lang="en-US" sz="10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discovered per account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992624" y="431596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/ibreports/web/...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reports, URL logs, incidents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114800" y="5020056"/>
            <a:ext cx="7525512" cy="108813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352544" y="5340096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assets/icons2/log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5440680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92624" y="516636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host</a:t>
            </a:r>
            <a:r>
              <a:rPr lang="en-US" sz="10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login/token APIs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992624" y="55321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auth only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not used with API-key auth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 flipV="1">
            <a:off x="3200400" y="1920240"/>
            <a:ext cx="914400" cy="1490472"/>
          </a:xfrm>
          <a:prstGeom prst="line">
            <a:avLst/>
          </a:prstGeom>
          <a:noFill/>
          <a:ln w="19050">
            <a:solidFill>
              <a:srgbClr val="9DB1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 flipV="1">
            <a:off x="3200400" y="3136392"/>
            <a:ext cx="914400" cy="274320"/>
          </a:xfrm>
          <a:prstGeom prst="line">
            <a:avLst/>
          </a:prstGeom>
          <a:noFill/>
          <a:ln w="19050">
            <a:solidFill>
              <a:srgbClr val="9DB1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3200400" y="3410712"/>
            <a:ext cx="914400" cy="941832"/>
          </a:xfrm>
          <a:prstGeom prst="line">
            <a:avLst/>
          </a:prstGeom>
          <a:noFill/>
          <a:ln w="19050">
            <a:solidFill>
              <a:srgbClr val="9DB1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3200400" y="3410712"/>
            <a:ext cx="914400" cy="2157984"/>
          </a:xfrm>
          <a:prstGeom prst="line">
            <a:avLst/>
          </a:prstGeom>
          <a:noFill/>
          <a:ln w="19050">
            <a:solidFill>
              <a:srgbClr val="9DB1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the API key IS the token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609344"/>
            <a:ext cx="10543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dirty="0"/>
          </a:p>
        </p:txBody>
      </p:sp>
      <p:pic>
        <p:nvPicPr>
          <p:cNvPr id="8" name="Image 1" descr="/home/claude/assets/icons2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63677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13716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</a:t>
            </a:r>
            <a:r>
              <a:rPr lang="en-US" sz="1900" b="1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&lt;apiKey&gt;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13232" y="269748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042416" y="269748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key in the iboss admin console — </a:t>
            </a:r>
            <a:r>
              <a:rPr lang="en-US" sz="13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exchange, no token-refresh dance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13232" y="341071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42416" y="3410712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</a:t>
            </a: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validates the key, selects your account, discovers node hosts, reads key expiry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13232" y="412394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042416" y="4123944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 built in: </a:t>
            </a:r>
            <a:r>
              <a:rPr lang="en-US" sz="12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auth rotate-key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old key dies immediately; the new key is returned exactly once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13232" y="48371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042416" y="4837176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E1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API key is terminal — wrong, expired, revoked, or wrong cloud domain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13232" y="555040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042416" y="5550408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username/password + MFA provider — 4-hour session tokens, auto-refresh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in five commands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1672" cy="2606040"/>
          </a:xfrm>
          <a:prstGeom prst="roundRect">
            <a:avLst>
              <a:gd name="adj" fmla="val 3158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8096" y="1682496"/>
            <a:ext cx="91440" cy="91440"/>
          </a:xfrm>
          <a:prstGeom prst="ellipse">
            <a:avLst/>
          </a:prstGeom>
          <a:solidFill>
            <a:srgbClr val="E06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41832" y="1682496"/>
            <a:ext cx="91440" cy="91440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15568" y="1682496"/>
            <a:ext cx="91440" cy="91440"/>
          </a:xfrm>
          <a:prstGeom prst="ellipse">
            <a:avLst/>
          </a:prstGeom>
          <a:solidFill>
            <a:srgbClr val="6BCB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947672"/>
            <a:ext cx="10543032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3D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&amp;&amp; cd iboss-api-sdk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3D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3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# Node &gt;= 18.14, no build step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3D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r>
              <a:rPr lang="en-US" sz="13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# set IBOSS_CLOUD_DOMAIN + IBOSS_API_KEY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3D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auth test</a:t>
            </a:r>
            <a:r>
              <a:rPr lang="en-US" sz="13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verify key, show account/hosts/expiry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3D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3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run hello-account</a:t>
            </a:r>
            <a:r>
              <a:rPr lang="en-US" sz="13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your first workflow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7091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2/lo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017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89888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live in </a:t>
            </a:r>
            <a:r>
              <a:rPr lang="en-US" sz="12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3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2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~/.iboss/config.json</a:t>
            </a:r>
            <a:r>
              <a:rPr lang="en-US" sz="13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both outside version control.  </a:t>
            </a:r>
            <a:r>
              <a:rPr lang="en-US" sz="1350" b="1" dirty="0">
                <a:solidFill>
                  <a:srgbClr val="E1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keys.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library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1672" cy="4572000"/>
          </a:xfrm>
          <a:prstGeom prst="roundRect">
            <a:avLst>
              <a:gd name="adj" fmla="val 1800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31352" y="14813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1810512"/>
            <a:ext cx="10543032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IbossClient } </a:t>
            </a: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"@iboss/sdk"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 = </a:t>
            </a: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IbossClient({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domain: </a:t>
            </a:r>
            <a:r>
              <a:rPr lang="en-US" sz="13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.IBOSS_CLOUD_DOMAIN!,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credentials: { apiKey: </a:t>
            </a:r>
            <a:r>
              <a:rPr lang="en-US" sz="13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.IBOSS_API_KEY! },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client.connect();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layers = </a:t>
            </a: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r>
              <a:rPr lang="en-US" sz="13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.listLayers();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groups = </a:t>
            </a: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r>
              <a:rPr lang="en-US" sz="13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.listFilteringGroups();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Escape hatch for anything not wrapped yet:</a:t>
            </a:r>
            <a:endParaRPr lang="en-US" sz="1300" dirty="0"/>
          </a:p>
          <a:p>
            <a:pPr marL="0" indent="0" algn="l">
              <a:lnSpc>
                <a:spcPct val="136000"/>
              </a:lnSpc>
              <a:buNone/>
            </a:pP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raw = </a:t>
            </a:r>
            <a:r>
              <a:rPr lang="en-US" sz="13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r>
              <a:rPr lang="en-US" sz="13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"gateway"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"GET"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"/json/controls/confidenceScores"</a:t>
            </a:r>
            <a:r>
              <a:rPr lang="en-US" sz="13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10819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auto-connects if needed ·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raw()</a:t>
            </a: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still gets auth, cookies, XSRF and retries for free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Feature-area coverage: documentation map (1 of 2)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801457"/>
              </p:ext>
            </p:extLst>
          </p:nvPr>
        </p:nvGraphicFramePr>
        <p:xfrm>
          <a:off x="548640" y="1298448"/>
          <a:ext cx="11087100" cy="4651248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console section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methods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authentication.md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(API keys: admin console key management)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keys, connect()/discovery, rotation, password login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accounts-and-clusters.md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settings, Cloud Health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client.account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accounts, key expiry/rotation, preferences, clusters/nodes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resource-policies.md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Access Policies → SaaS &amp; Internet Access Policies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client.policies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Policies: internet/SaaS access control, CASB, resource association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private-access-policies.md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Access Policies → Private Access Policies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client.network, client.policies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ZTNA: routed policies, routed peers, private access general settings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policy-layers.md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Access Policies → Policy Layers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client.policies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 policy layers linked to default policy groups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default-policy-groups.md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Access Policies → Default Policies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client.groups, client.apps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policy groups (names, settings) and per-group web controls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connector-policies.md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Devices &amp; Locations → Connector Policies / Settings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client.policies, client.network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iboss agent (connector) configuration policies and general settings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resources.md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client.resources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Resource catalog: SaaS apps, private apps/services used by Resource Policies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14476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area has a matching doc in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docs/api/</a:t>
            </a: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anything unwrapped is one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client.raw()</a:t>
            </a: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 away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75040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Feature-area coverage: documentation map (2 of 2)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298448"/>
          <a:ext cx="11087100" cy="4651248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console section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methods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locations-pac.md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Devices &amp; Locations → Locations &amp; Geo Zones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client.locations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locations (PAC zones), private networks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firewall.md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Access Policies → Firewall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client.firewall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rules and firewall settings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proxy-and-caching.md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→ Proxy &amp; Caching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client.network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settings and proxy logging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ssl-decryption.md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→ SSL Decryption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client.ssl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decryption settings and bypasses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dlp.md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client.dlp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analysis rules, DLP responses, converters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users-and-devices.md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Resources, Users &amp; Assets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client.directory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proxy users and devices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reporting-and-logs.md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client.reporting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drill-down reports, URL logs, incident settings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errors-and-gotchas.md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A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status-code semantics, XSRF, host routing</a:t>
                      </a:r>
                    </a:p>
                  </a:txBody>
                  <a:tcPr marT="41148" marB="41148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14476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area has a matching doc in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docs/api/</a:t>
            </a: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anything unwrapped is one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client.raw()</a:t>
            </a: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 away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18908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GOTCHAS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 the SDK absorbs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41248" y="1645920"/>
            <a:ext cx="493776" cy="493776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assets/icons2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79" y="1754551"/>
            <a:ext cx="276515" cy="276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7007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policy creation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68680" y="230428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structure, then apply full settings —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createLayer()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both, with correct defaults (incl. mandatory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dlpPolicyMethod: 2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resource policies).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37160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37960" y="1645920"/>
            <a:ext cx="493776" cy="493776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assets/icons2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591" y="1754551"/>
            <a:ext cx="276515" cy="2765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05472" y="17007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Per-host XSRF &amp; cookies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565392" y="230428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means session state, not permissions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host keeps its own cookies + XSRF token, handled by the request layer.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767328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41248" y="4041648"/>
            <a:ext cx="493776" cy="493776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assets/icons2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79" y="4150279"/>
            <a:ext cx="276515" cy="2765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096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parameters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68680" y="4700016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PAC-zone listing needs the plural path +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requestKey=v2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pagination params — encoded in the wrappers so you never guess.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45352" y="3767328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537960" y="4041648"/>
            <a:ext cx="493776" cy="493776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assets/icons2/refre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591" y="4150279"/>
            <a:ext cx="276515" cy="27651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05472" y="4096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Full-echo updates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565392" y="4700016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settings objects must be </a:t>
            </a: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modified, and sent back whole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partial PUTs silently drop fields.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619963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errors make failures diagnosable: 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IbossAuthError</a:t>
            </a: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IbossXsrfError</a:t>
            </a: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IbossSubscriptionError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Workflows: the unit of automation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269480" cy="4224528"/>
          </a:xfrm>
          <a:prstGeom prst="roundRect">
            <a:avLst>
              <a:gd name="adj" fmla="val 1948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09160" y="14813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workflows/block-domains/index.ts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1810512"/>
            <a:ext cx="672084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defineWorkflow } </a:t>
            </a:r>
            <a:r>
              <a:rPr lang="en-US" sz="11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"@iboss/sdk"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z } </a:t>
            </a:r>
            <a:r>
              <a:rPr lang="en-US" sz="11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"zod"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defineWorkflow({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</a:t>
            </a:r>
            <a:r>
              <a:rPr lang="en-US" sz="11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"block-domains"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</a:t>
            </a:r>
            <a:r>
              <a:rPr lang="en-US" sz="11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 domains to a blocklist policy layer."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inputs: z.object({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domains: z.array(z.string()).describe(</a:t>
            </a:r>
            <a:r>
              <a:rPr lang="en-US" sz="11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"Domains to block"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layerName: z.string().default(</a:t>
            </a:r>
            <a:r>
              <a:rPr lang="en-US" sz="11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"SDK Blocklist"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.describe(</a:t>
            </a:r>
            <a:r>
              <a:rPr lang="en-US" sz="1100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 layer"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run(ctx, input) {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ctx.</a:t>
            </a:r>
            <a:r>
              <a:rPr lang="en-US" sz="11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(`blocking ${input.domains.length} domains…`);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ctx.client is a connected IbossClient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760720"/>
            <a:ext cx="7269480" cy="566928"/>
          </a:xfrm>
          <a:prstGeom prst="roundRect">
            <a:avLst>
              <a:gd name="adj" fmla="val 11290"/>
            </a:avLst>
          </a:prstGeom>
          <a:solidFill>
            <a:srgbClr val="EAF6EE"/>
          </a:solidFill>
          <a:ln w="12700">
            <a:solidFill>
              <a:srgbClr val="2EA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5760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file in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workflows/</a:t>
            </a:r>
            <a:r>
              <a:rPr lang="en-US" sz="12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it's instantly a CLI command </a:t>
            </a:r>
            <a:r>
              <a:rPr lang="en-US" sz="1250" i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2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UI card.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19288" y="1371600"/>
            <a:ext cx="3621024" cy="4956048"/>
          </a:xfrm>
          <a:prstGeom prst="roundRect">
            <a:avLst>
              <a:gd name="adj" fmla="val 2020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93608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schema, three surfaces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293608" y="2029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zod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 is the single source of truth: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93608" y="269748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assets/icons2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79806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97112" y="26243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
</a:t>
            </a: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checked before run() executes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93608" y="365760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assets/icons2/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7581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97112" y="358444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flags
</a:t>
            </a: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--input coercion generated per field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293608" y="4617720"/>
            <a:ext cx="45720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assets/icons2/lay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7183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97112" y="45445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form
</a:t>
            </a: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generated per field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293608" y="5596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.describe()</a:t>
            </a: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 becomes help text and form labels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workflows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8096" y="1545336"/>
            <a:ext cx="91440" cy="91440"/>
          </a:xfrm>
          <a:prstGeom prst="ellipse">
            <a:avLst/>
          </a:prstGeom>
          <a:solidFill>
            <a:srgbClr val="E06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41832" y="1545336"/>
            <a:ext cx="91440" cy="91440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15568" y="1545336"/>
            <a:ext cx="91440" cy="91440"/>
          </a:xfrm>
          <a:prstGeom prst="ellipse">
            <a:avLst/>
          </a:prstGeom>
          <a:solidFill>
            <a:srgbClr val="6BCB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810512"/>
            <a:ext cx="1054303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workflows list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run block-domains </a:t>
            </a:r>
            <a:r>
              <a:rPr lang="en-US" sz="1250" dirty="0">
                <a:solidFill>
                  <a:srgbClr val="9FC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--input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domains=bad.example.com,worse.example.com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run block-domains </a:t>
            </a:r>
            <a:r>
              <a:rPr lang="en-US" sz="1250" dirty="0">
                <a:solidFill>
                  <a:srgbClr val="9FC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--input-json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'{"domains":["bad.example.com"]}'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run audit-key-expiry </a:t>
            </a:r>
            <a:r>
              <a:rPr lang="en-US" sz="1250" dirty="0">
                <a:solidFill>
                  <a:srgbClr val="9FC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--profile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 </a:t>
            </a:r>
            <a:r>
              <a:rPr lang="en-US" sz="1250" dirty="0">
                <a:solidFill>
                  <a:srgbClr val="9FC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--json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api GET /ibcloud/web/users/mySettings</a:t>
            </a:r>
            <a:r>
              <a:rPr lang="en-US" sz="12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raw escape hatch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41248" y="4434840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assets/icons2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5354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5010912"/>
            <a:ext cx="30358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profiles</a:t>
            </a: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multiple accounts and environments — </a:t>
            </a: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iboss.config.json</a:t>
            </a: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~/.iboss/config.json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439412" y="4160520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32020" y="4434840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assets/icons2/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604" y="453542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32020" y="5010912"/>
            <a:ext cx="30358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--json</a:t>
            </a:r>
            <a:r>
              <a:rPr lang="en-US" sz="13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everywhere</a:t>
            </a: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machine-readable output for scripting and AI agents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330184" y="4160520"/>
            <a:ext cx="3602736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622792" y="4434840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assets/icons2/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45354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22792" y="5010912"/>
            <a:ext cx="30358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cancellation</a:t>
            </a: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Ctrl-C propagates an </a:t>
            </a:r>
            <a:r>
              <a:rPr lang="en-US" sz="10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AbortSignal</a:t>
            </a: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running workflow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fleets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040880" cy="3200400"/>
          </a:xfrm>
          <a:prstGeom prst="roundRect">
            <a:avLst>
              <a:gd name="adj" fmla="val 2571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480560" y="14813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FA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multi-account workflow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1810512"/>
            <a:ext cx="64922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</a:t>
            </a: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defineWorkflow({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multiAccount: </a:t>
            </a:r>
            <a:r>
              <a:rPr lang="en-US" sz="115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</a:t>
            </a: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run(ctx, input) {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</a:t>
            </a: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results = </a:t>
            </a:r>
            <a:r>
              <a:rPr lang="en-US" sz="115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ctx.</a:t>
            </a:r>
            <a:r>
              <a:rPr lang="en-US" sz="115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forEachAccount</a:t>
            </a: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(sub) =&gt; {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sub.client / sub.account scoped to ONE account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5AB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await</a:t>
            </a: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sub.client.account.credentialExpiry();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Map&lt;accountSettingsId, result | Error&gt;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7040880" cy="1051560"/>
          </a:xfrm>
          <a:prstGeom prst="roundRect">
            <a:avLst>
              <a:gd name="adj" fmla="val 6087"/>
            </a:avLst>
          </a:prstGeom>
          <a:solidFill>
            <a:srgbClr val="EAF6EE"/>
          </a:solidFill>
          <a:ln w="12700">
            <a:solidFill>
              <a:srgbClr val="2EA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assets/icons2/shiel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4865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4892040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sessions per account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separate cookie jars, no cross-tenant leakage. Per-account failures are collected, not fatal: the fleet keeps going.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63840" y="1371600"/>
            <a:ext cx="3776472" cy="4572000"/>
          </a:xfrm>
          <a:prstGeom prst="roundRect">
            <a:avLst>
              <a:gd name="adj" fmla="val 1937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9413748" y="1691640"/>
            <a:ext cx="676656" cy="6766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assets/icons2/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12" y="1840504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63840" y="2450592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API key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752076" y="2761488"/>
            <a:ext cx="914" cy="438912"/>
          </a:xfrm>
          <a:prstGeom prst="line">
            <a:avLst/>
          </a:prstGeom>
          <a:noFill/>
          <a:ln w="15875">
            <a:solidFill>
              <a:srgbClr val="9DB1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275320" y="3200400"/>
            <a:ext cx="295351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275320" y="320040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</a:t>
            </a: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isolated session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752076" y="2761488"/>
            <a:ext cx="914" cy="1188720"/>
          </a:xfrm>
          <a:prstGeom prst="line">
            <a:avLst/>
          </a:prstGeom>
          <a:noFill/>
          <a:ln w="15875">
            <a:solidFill>
              <a:srgbClr val="9DB1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75320" y="3950208"/>
            <a:ext cx="295351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275320" y="395020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</a:t>
            </a: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isolated session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752076" y="2761488"/>
            <a:ext cx="914" cy="1938528"/>
          </a:xfrm>
          <a:prstGeom prst="line">
            <a:avLst/>
          </a:prstGeom>
          <a:noFill/>
          <a:ln w="15875">
            <a:solidFill>
              <a:srgbClr val="9DB1C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275320" y="4700016"/>
            <a:ext cx="295351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275320" y="4700016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</a:t>
            </a: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isolated session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863840" y="5559552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Map&lt;accountSettingsId, result | Error&gt;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web UI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6751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1545336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assets/icons2/lay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16459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371600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cards  —  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auto-discovered from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workflows/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zero registration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304288"/>
            <a:ext cx="66751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22960" y="2478024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assets/icons2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57860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304288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forms  —  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forms built from each workflow's zod schema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236976"/>
            <a:ext cx="66751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822960" y="3410712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/home/claude/assets/icons2/p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35112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236976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output  —  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via SSE, with cancel; results as JSON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48640" y="4169664"/>
            <a:ext cx="66751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home/claude/assets/icons2/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44398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4169664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profiles  —  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API-key profiles with a test-connection button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48640" y="5230368"/>
            <a:ext cx="6675120" cy="713232"/>
          </a:xfrm>
          <a:prstGeom prst="roundRect">
            <a:avLst>
              <a:gd name="adj" fmla="val 11538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822960" y="54681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ui</a:t>
            </a:r>
            <a:r>
              <a:rPr lang="en-US" sz="12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http://127.0.0.1:5173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498080" y="1371600"/>
            <a:ext cx="4142232" cy="4572000"/>
          </a:xfrm>
          <a:prstGeom prst="roundRect">
            <a:avLst>
              <a:gd name="adj" fmla="val 1545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/home/claude/assets/icons2/lo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1700784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21040" y="1700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836408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8202168" y="2514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to </a:t>
            </a: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only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exposed on the network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7836408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8202168" y="35387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stored in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~/.iboss/config.json</a:t>
            </a:r>
            <a:r>
              <a:rPr lang="en-US" sz="12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0600</a:t>
            </a:r>
            <a:r>
              <a:rPr lang="en-US" sz="12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permissions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7836408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202168" y="4562856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keys are </a:t>
            </a: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displayed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last 4 characters only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by design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04088" y="1371600"/>
            <a:ext cx="329184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78408" y="1627632"/>
            <a:ext cx="512064" cy="512064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assets/icons2/mes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62" y="1740286"/>
            <a:ext cx="286756" cy="2867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18488" y="1700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78408" y="22677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repo in Claude Code or Cursor and say what you want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069080" y="2276856"/>
            <a:ext cx="502920" cy="0"/>
          </a:xfrm>
          <a:prstGeom prst="line">
            <a:avLst/>
          </a:prstGeom>
          <a:noFill/>
          <a:ln w="25400">
            <a:solidFill>
              <a:srgbClr val="27AC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45152" y="1371600"/>
            <a:ext cx="329184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919472" y="1627632"/>
            <a:ext cx="512064" cy="512064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assets/icons2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126" y="1740286"/>
            <a:ext cx="286756" cy="2867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59552" y="1700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19472" y="22677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workflows/&lt;name&gt;/index.ts using the repo's docs and skills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10144" y="2276856"/>
            <a:ext cx="502920" cy="0"/>
          </a:xfrm>
          <a:prstGeom prst="line">
            <a:avLst/>
          </a:prstGeom>
          <a:noFill/>
          <a:ln w="25400">
            <a:solidFill>
              <a:srgbClr val="27ACE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586216" y="1371600"/>
            <a:ext cx="329184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860536" y="1627632"/>
            <a:ext cx="512064" cy="512064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assets/icons2/p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3190" y="1740286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00616" y="1700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860536" y="226771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with iboss workflows list, then runs it from CLI or UI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04088" y="3520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teaches the AI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conventions  · 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</a:t>
            </a: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create-workflow, api-reference, add-api-client  ·  </a:t>
            </a: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docs/api/*.md</a:t>
            </a: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endpoints + gotchas  ·  worked examples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704088" y="46634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2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1033272" y="4864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033272" y="5120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workflow that adds a list of domains to the allowlist across all of our accounts.”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OBSERVABILITY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observability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9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IbossAuthError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5B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bad, expired, or revoked key — or wrong cloud domain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IbossXsrfError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5B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per-host session state — not permissions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IbossSubscriptionError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5B5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lacks the module (DLP, ZTNA) — check subscriptionFlags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72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IbossHostUnavailableError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FA0B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A29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has no node of that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97680"/>
            <a:ext cx="54406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841248" y="4572000"/>
            <a:ext cx="475488" cy="475488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assets/icons2/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4676607"/>
            <a:ext cx="266273" cy="2662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1328" y="45262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full-jitter backoff on transient failures. </a:t>
            </a:r>
            <a:r>
              <a:rPr lang="en-US" sz="12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retries transport errors only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nothing is ever double-applied.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199632" y="429768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473952" y="4535424"/>
            <a:ext cx="4892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510528" y="4526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IBOSS_DEBUG=1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Request-level debug logging — every error carries method, URL, status, and a response snippet.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redacted.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assets/icons2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159105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7048" y="1371600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never live in the repo —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iboss.config.json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gitignored;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~/.iboss/config.json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written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0600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2340864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assets/icons2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56032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27048" y="2340864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includes a secret &amp; tenant-data scanner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fails the build on leaked credentials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48640" y="3310128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/home/claude/assets/icons2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529584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7048" y="3310128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logging redacts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tokens, cookies, and keys — including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IBOSS_DEBUG=1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548640" y="4279392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/home/claude/assets/icons2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498848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27048" y="4279392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 is one command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expiry surfaced at connect and by the </a:t>
            </a:r>
            <a:r>
              <a:rPr lang="en-US" sz="110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audit-key-expiry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workflow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548640" y="5248656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/home/claude/assets/icons2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468112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27048" y="5248656"/>
            <a:ext cx="9829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hardening</a:t>
            </a: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localhost-only, write-only key storage, masked display (last 4 characters)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SDK</a:t>
            </a:r>
            <a:endParaRPr lang="en-US" sz="2500" dirty="0"/>
          </a:p>
        </p:txBody>
      </p:sp>
      <p:pic>
        <p:nvPicPr>
          <p:cNvPr id="4" name="Image 0" descr="/home/claude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602736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1248" y="157276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41248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270662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api GET \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/json/... --host gateway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34015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any endpoint directly from the CLI to see what it returns.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9412" y="1371600"/>
            <a:ext cx="3602736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32020" y="157276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732020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now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32020" y="270662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client.raw(tier, method,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path, { query, body })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32020" y="34015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auth, sessions, and retries — no waiting for a wrapper.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330184" y="1371600"/>
            <a:ext cx="3602736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22792" y="157276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622792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properly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22792" y="270662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27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add-api-client skill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22792" y="34015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you (or your AI) through a typed method + mock-server route + test + doc.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75488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41248" y="5029200"/>
            <a:ext cx="475488" cy="475488"/>
          </a:xfrm>
          <a:prstGeom prst="ellipse">
            <a:avLst/>
          </a:prstGeom>
          <a:solidFill>
            <a:srgbClr val="F2F6FB"/>
          </a:solidFill>
          <a:ln w="9525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/home/claude/assets/icons2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5133807"/>
            <a:ext cx="266273" cy="26627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81328" y="4846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A2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tests</a:t>
            </a: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an in-process mock of all three host tiers — with real cookie / XSRF enforcement.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199632" y="475488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0B25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473952" y="4992624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510528" y="495604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&amp;&amp; npm run typecheck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gate — gaps are expected and cheap.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today</a:t>
            </a:r>
            <a:endParaRPr lang="en-US" sz="2500" dirty="0"/>
          </a:p>
        </p:txBody>
      </p:sp>
      <p:pic>
        <p:nvPicPr>
          <p:cNvPr id="4" name="Image 0" descr="/home/claude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347472"/>
            <a:ext cx="914400" cy="324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922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2834640"/>
          </a:xfrm>
          <a:prstGeom prst="roundRect">
            <a:avLst>
              <a:gd name="adj" fmla="val 2903"/>
            </a:avLst>
          </a:prstGeom>
          <a:solidFill>
            <a:srgbClr val="0D2A55"/>
          </a:solidFill>
          <a:ln w="9525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8096" y="1545336"/>
            <a:ext cx="91440" cy="91440"/>
          </a:xfrm>
          <a:prstGeom prst="ellipse">
            <a:avLst/>
          </a:prstGeom>
          <a:solidFill>
            <a:srgbClr val="E065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41832" y="1545336"/>
            <a:ext cx="91440" cy="91440"/>
          </a:xfrm>
          <a:prstGeom prst="ellipse">
            <a:avLst/>
          </a:prstGeom>
          <a:solidFill>
            <a:srgbClr val="E0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15568" y="1545336"/>
            <a:ext cx="91440" cy="91440"/>
          </a:xfrm>
          <a:prstGeom prst="ellipse">
            <a:avLst/>
          </a:prstGeom>
          <a:solidFill>
            <a:srgbClr val="6BCB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810512"/>
            <a:ext cx="548640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r>
              <a:rPr lang="en-US" sz="1250" dirty="0">
                <a:solidFill>
                  <a:srgbClr val="7E9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add your key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auth test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4CC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iboss run hello-account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03720" y="1371600"/>
            <a:ext cx="4736592" cy="2834640"/>
          </a:xfrm>
          <a:prstGeom prst="roundRect">
            <a:avLst>
              <a:gd name="adj" fmla="val 2258"/>
            </a:avLst>
          </a:prstGeom>
          <a:solidFill>
            <a:srgbClr val="0D2A55"/>
          </a:solidFill>
          <a:ln w="9525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ssets/icons2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642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9248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42048" y="21762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534656" y="21762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r>
              <a:rPr lang="en-US" sz="1150" dirty="0">
                <a:solidFill>
                  <a:srgbClr val="B8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GETTING_STARTED · ARCHITECTURE · WORKFLOWS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242048" y="26883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534656" y="268833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docs/api/</a:t>
            </a:r>
            <a:r>
              <a:rPr lang="en-US" sz="1150" dirty="0">
                <a:solidFill>
                  <a:srgbClr val="B8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endpoint reference by feature area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42048" y="3200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534656" y="32004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workflows/</a:t>
            </a:r>
            <a:r>
              <a:rPr lang="en-US" sz="1150" dirty="0">
                <a:solidFill>
                  <a:srgbClr val="B8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copy an example and go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242048" y="37124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534656" y="371246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≥ 18.14 · iboss v10.1+ · an API key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0" y="48463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it. Describe a workflow. </a:t>
            </a:r>
            <a:r>
              <a:rPr lang="en-US" sz="2900" b="1" dirty="0">
                <a:solidFill>
                  <a:srgbClr val="27A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it.</a:t>
            </a:r>
            <a:endParaRPr lang="en-US" sz="2900" dirty="0"/>
          </a:p>
        </p:txBody>
      </p:sp>
      <p:sp>
        <p:nvSpPr>
          <p:cNvPr id="23" name="Text 19"/>
          <p:cNvSpPr/>
          <p:nvPr/>
        </p:nvSpPr>
        <p:spPr>
          <a:xfrm>
            <a:off x="0" y="559612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B8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exercise: run auth test, then point block-domains at a test layer in a lab account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3CE947-2966-A144-B395-87FCFC4A28B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e6cbaff-9c33-4ab2-9eb1-97df4066d0b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2908</Words>
  <Application>Microsoft Macintosh PowerPoint</Application>
  <PresentationFormat>Widescreen</PresentationFormat>
  <Paragraphs>379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Paul Martini</cp:lastModifiedBy>
  <cp:revision>3</cp:revision>
  <dcterms:created xsi:type="dcterms:W3CDTF">2026-07-17T14:13:32Z</dcterms:created>
  <dcterms:modified xsi:type="dcterms:W3CDTF">2026-07-18T19:42:58Z</dcterms:modified>
</cp:coreProperties>
</file>